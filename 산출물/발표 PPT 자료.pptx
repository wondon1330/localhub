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5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947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E21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LOCALHUB 골라유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골라유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없는, 대전 현지인 맛집 큐레이션 플랫폼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1280160" cy="0"/>
          </a:xfrm>
          <a:prstGeom prst="line">
            <a:avLst/>
          </a:prstGeom>
          <a:noFill/>
          <a:ln w="31750">
            <a:solidFill>
              <a:srgbClr val="FF7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시연 발표  ·  3인 신입 개발자 팀  ·  15분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대전 맛집, 정보는 많은데 믿을 게 없다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1E212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658368" cy="658368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정보의 파편화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공공데이터, 블로그, SNS 등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사이트에 흩어진 맛집 정보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1E2128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331720"/>
            <a:ext cx="658368" cy="658368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광고성 리뷰 범람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74904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협찬·대행사 리뷰가 검색 상위를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차지해 진짜 후기를 가리기 어려움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1E212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331720"/>
            <a:ext cx="658368" cy="658368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331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현지인 맛집 실종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74904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인스타 감성 맛집만 노출되고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동네 단골집 정보는 찾기 힘듦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A65122-6D06-4A89-AA06-038865F2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91607"/>
            <a:ext cx="10769600" cy="667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8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우리가 만드는 서비스는 누구를 위한 것인가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E212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사용자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399" y="2651760"/>
            <a:ext cx="461433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“광고성 인스타 맛집” 말고,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진짜 현지인 맛집을 찾고 싶은 사람들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여행객뿐 아니라, 대전에 거주하지만 새로운 동네 맛집을 탐색하려는 지역 주민도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920240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24272F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2103120"/>
            <a:ext cx="411480" cy="41148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19202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믿을 수 있는 리뷰 신뢰도를 한눈에 확인하고 싶다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2852928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24272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3035808"/>
            <a:ext cx="411480" cy="41148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285292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취향/상황에 맞는 맛집을 대화하듯 추천받고 싶다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3785616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24272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3968496"/>
            <a:ext cx="411480" cy="41148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968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378561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지도에서 위치 기반으로 바로 찾고 싶다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89320" y="4718304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24272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4901184"/>
            <a:ext cx="411480" cy="41148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901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471830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 없이 솔직한 후기를 남기고 싶다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LocalHub 골라유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공공데이터로 모은 대전 맛집 정보에, AI가 광고성 리뷰를 걸러내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신뢰할 수 있는 현지인 맛집만 “골라주는” 서비스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1E212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모은다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1933" y="3840480"/>
            <a:ext cx="29325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 공공데이터 기반 맛집 DB 구축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58768" y="3840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06240" y="283464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402A24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가려낸다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리뷰 진위성 분석으로 광고성 리뷰 필터링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16368" y="3840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63840" y="283464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1E2128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골라준다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3816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 · 지도 시각화로 취향에 맞는 추천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5가지 핵심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48256" cy="3291840"/>
          </a:xfrm>
          <a:prstGeom prst="roundRect">
            <a:avLst>
              <a:gd name="adj" fmla="val 3571"/>
            </a:avLst>
          </a:prstGeom>
          <a:solidFill>
            <a:srgbClr val="402A24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리뷰 진위성 분석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0560" y="4434840"/>
            <a:ext cx="1697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광고성 리뷰 자동 판별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93776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103120"/>
            <a:ext cx="2048256" cy="3291840"/>
          </a:xfrm>
          <a:prstGeom prst="roundRect">
            <a:avLst>
              <a:gd name="adj" fmla="val 3571"/>
            </a:avLst>
          </a:prstGeom>
          <a:solidFill>
            <a:srgbClr val="1E2128"/>
          </a:solidFill>
          <a:ln/>
        </p:spPr>
      </p:sp>
      <p:sp>
        <p:nvSpPr>
          <p:cNvPr id="11" name="Shape 9"/>
          <p:cNvSpPr/>
          <p:nvPr/>
        </p:nvSpPr>
        <p:spPr>
          <a:xfrm>
            <a:off x="3054096" y="2423160"/>
            <a:ext cx="548640" cy="548640"/>
          </a:xfrm>
          <a:prstGeom prst="ellipse">
            <a:avLst/>
          </a:prstGeom>
          <a:solidFill>
            <a:srgbClr val="24272F"/>
          </a:solidFill>
          <a:ln/>
        </p:spPr>
      </p:sp>
      <p:sp>
        <p:nvSpPr>
          <p:cNvPr id="12" name="Text 10"/>
          <p:cNvSpPr/>
          <p:nvPr/>
        </p:nvSpPr>
        <p:spPr>
          <a:xfrm>
            <a:off x="3054096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08376" y="320040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사용자 리뷰 / 평점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8376" y="4434840"/>
            <a:ext cx="1591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+ 텍스트 리뷰 CRUD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10912" y="2103120"/>
            <a:ext cx="2048256" cy="3291840"/>
          </a:xfrm>
          <a:prstGeom prst="roundRect">
            <a:avLst>
              <a:gd name="adj" fmla="val 3571"/>
            </a:avLst>
          </a:prstGeom>
          <a:solidFill>
            <a:srgbClr val="1E21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285232" y="2423160"/>
            <a:ext cx="548640" cy="548640"/>
          </a:xfrm>
          <a:prstGeom prst="ellipse">
            <a:avLst/>
          </a:prstGeom>
          <a:solidFill>
            <a:srgbClr val="24272F"/>
          </a:solidFill>
          <a:ln/>
        </p:spPr>
      </p:sp>
      <p:sp>
        <p:nvSpPr>
          <p:cNvPr id="17" name="Text 15"/>
          <p:cNvSpPr/>
          <p:nvPr/>
        </p:nvSpPr>
        <p:spPr>
          <a:xfrm>
            <a:off x="5285232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9512" y="320040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챗봇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39512" y="4434840"/>
            <a:ext cx="1591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맛집 추천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42048" y="2103120"/>
            <a:ext cx="2048256" cy="3291840"/>
          </a:xfrm>
          <a:prstGeom prst="roundRect">
            <a:avLst>
              <a:gd name="adj" fmla="val 3571"/>
            </a:avLst>
          </a:prstGeom>
          <a:solidFill>
            <a:srgbClr val="1E2128"/>
          </a:solidFill>
          <a:ln/>
        </p:spPr>
      </p:sp>
      <p:sp>
        <p:nvSpPr>
          <p:cNvPr id="21" name="Shape 19"/>
          <p:cNvSpPr/>
          <p:nvPr/>
        </p:nvSpPr>
        <p:spPr>
          <a:xfrm>
            <a:off x="7516368" y="2423160"/>
            <a:ext cx="548640" cy="548640"/>
          </a:xfrm>
          <a:prstGeom prst="ellipse">
            <a:avLst/>
          </a:prstGeom>
          <a:solidFill>
            <a:srgbClr val="24272F"/>
          </a:solidFill>
          <a:ln/>
        </p:spPr>
      </p:sp>
      <p:sp>
        <p:nvSpPr>
          <p:cNvPr id="22" name="Text 20"/>
          <p:cNvSpPr/>
          <p:nvPr/>
        </p:nvSpPr>
        <p:spPr>
          <a:xfrm>
            <a:off x="7516368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70648" y="320040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시각화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70648" y="4434840"/>
            <a:ext cx="1591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 Maps 기반 위치 탐색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473184" y="2103120"/>
            <a:ext cx="2048256" cy="3291840"/>
          </a:xfrm>
          <a:prstGeom prst="roundRect">
            <a:avLst>
              <a:gd name="adj" fmla="val 3571"/>
            </a:avLst>
          </a:prstGeom>
          <a:solidFill>
            <a:srgbClr val="1E2128"/>
          </a:solidFill>
          <a:ln/>
        </p:spPr>
      </p:sp>
      <p:sp>
        <p:nvSpPr>
          <p:cNvPr id="26" name="Shape 24"/>
          <p:cNvSpPr/>
          <p:nvPr/>
        </p:nvSpPr>
        <p:spPr>
          <a:xfrm>
            <a:off x="9747504" y="2423160"/>
            <a:ext cx="548640" cy="548640"/>
          </a:xfrm>
          <a:prstGeom prst="ellipse">
            <a:avLst/>
          </a:prstGeom>
          <a:solidFill>
            <a:srgbClr val="24272F"/>
          </a:solidFill>
          <a:ln/>
        </p:spPr>
      </p:sp>
      <p:sp>
        <p:nvSpPr>
          <p:cNvPr id="27" name="Text 25"/>
          <p:cNvSpPr/>
          <p:nvPr/>
        </p:nvSpPr>
        <p:spPr>
          <a:xfrm>
            <a:off x="9747504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01784" y="320040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익명 후기 게시판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01784" y="4434840"/>
            <a:ext cx="1591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없이 후기 CRUD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리뷰 진위성 분석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API로 리뷰의 어조·표현 패턴을 분석해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광고성·협찬 리뷰를 자동으로 걸러내고, 신뢰도 </a:t>
            </a:r>
            <a:r>
              <a:rPr lang="en-US" sz="15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점수를</a:t>
            </a: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부여</a:t>
            </a:r>
            <a:r>
              <a:rPr lang="ko-KR" alt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예정입니다</a:t>
            </a: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12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98648"/>
            <a:ext cx="502920" cy="50292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807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리뷰 입력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172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남긴</a:t>
            </a: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리뷰 수집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12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950208"/>
            <a:ext cx="502920" cy="50292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50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858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분석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224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프롬프트로 광고성 표현·패턴 탐지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E212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01768"/>
            <a:ext cx="502920" cy="50292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01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910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신뢰도 산출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5276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0~100점 신뢰도 점수 + 배지 부여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1554480"/>
            <a:ext cx="4663440" cy="4251960"/>
          </a:xfrm>
          <a:prstGeom prst="roundRect">
            <a:avLst>
              <a:gd name="adj" fmla="val 2151"/>
            </a:avLst>
          </a:prstGeom>
          <a:solidFill>
            <a:srgbClr val="1E212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점수 예시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148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73152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리뷰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34747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방문 경험 위주 서술,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메뉴·가격 언급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343400"/>
            <a:ext cx="3931920" cy="0"/>
          </a:xfrm>
          <a:prstGeom prst="line">
            <a:avLst/>
          </a:prstGeom>
          <a:noFill/>
          <a:ln w="12700">
            <a:solidFill>
              <a:srgbClr val="2E3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4526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7315200" y="5486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의심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5486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과장된 수식어 반복,</a:t>
            </a:r>
            <a:endParaRPr lang="en-US" sz="100" dirty="0"/>
          </a:p>
          <a:p>
            <a:pPr marL="0" indent="0">
              <a:buNone/>
            </a:pPr>
            <a:r>
              <a:rPr lang="en-US" sz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 고지 누락 패턴 탐지</a:t>
            </a:r>
            <a:endParaRPr lang="en-US" sz="100" dirty="0"/>
          </a:p>
        </p:txBody>
      </p:sp>
      <p:sp>
        <p:nvSpPr>
          <p:cNvPr id="29" name="Text 27"/>
          <p:cNvSpPr/>
          <p:nvPr/>
        </p:nvSpPr>
        <p:spPr>
          <a:xfrm>
            <a:off x="9509760" y="4572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과장된 수식어 반복,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 고지 누락 패턴 탐지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챗봇 맛집 추천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인원, 예산, 분위기 같은 조건을 대화하듯 입력하면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API가 우리 맛집 DB를 바탕으로 맞춤 추천을 제공합니다.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923544" cy="502920"/>
          </a:xfrm>
          <a:prstGeom prst="roundRect">
            <a:avLst>
              <a:gd name="adj" fmla="val 50909"/>
            </a:avLst>
          </a:prstGeom>
          <a:solidFill>
            <a:srgbClr val="24272F"/>
          </a:solidFill>
          <a:ln w="9525">
            <a:solidFill>
              <a:srgbClr val="FF7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923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55064" y="2743200"/>
            <a:ext cx="923544" cy="502920"/>
          </a:xfrm>
          <a:prstGeom prst="roundRect">
            <a:avLst>
              <a:gd name="adj" fmla="val 50909"/>
            </a:avLst>
          </a:prstGeom>
          <a:solidFill>
            <a:srgbClr val="24272F"/>
          </a:solidFill>
          <a:ln w="9525">
            <a:solidFill>
              <a:srgbClr val="FF7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55064" y="2743200"/>
            <a:ext cx="923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274320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24272F"/>
          </a:solidFill>
          <a:ln w="9525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27432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음식 종류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36008" y="2743200"/>
            <a:ext cx="1179576" cy="502920"/>
          </a:xfrm>
          <a:prstGeom prst="roundRect">
            <a:avLst>
              <a:gd name="adj" fmla="val 50909"/>
            </a:avLst>
          </a:prstGeom>
          <a:solidFill>
            <a:srgbClr val="24272F"/>
          </a:solidFill>
          <a:ln w="9525">
            <a:solidFill>
              <a:srgbClr val="FF7A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74320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분위기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흐름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4480560" cy="548640"/>
          </a:xfrm>
          <a:prstGeom prst="roundRect">
            <a:avLst>
              <a:gd name="adj" fmla="val 10000"/>
            </a:avLst>
          </a:prstGeom>
          <a:solidFill>
            <a:srgbClr val="1E212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690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27448"/>
            <a:ext cx="4480560" cy="548640"/>
          </a:xfrm>
          <a:prstGeom prst="roundRect">
            <a:avLst>
              <a:gd name="adj" fmla="val 10000"/>
            </a:avLst>
          </a:prstGeom>
          <a:solidFill>
            <a:srgbClr val="1E212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7274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7274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요청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85816"/>
            <a:ext cx="4480560" cy="548640"/>
          </a:xfrm>
          <a:prstGeom prst="roundRect">
            <a:avLst>
              <a:gd name="adj" fmla="val 10000"/>
            </a:avLst>
          </a:prstGeom>
          <a:solidFill>
            <a:srgbClr val="1E212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3858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53858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맛집 DB 매칭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6044184"/>
            <a:ext cx="4480560" cy="548640"/>
          </a:xfrm>
          <a:prstGeom prst="roundRect">
            <a:avLst>
              <a:gd name="adj" fmla="val 10000"/>
            </a:avLst>
          </a:prstGeom>
          <a:solidFill>
            <a:srgbClr val="1E212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0441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60441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응답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040880" y="1554480"/>
            <a:ext cx="4572000" cy="4251960"/>
          </a:xfrm>
          <a:prstGeom prst="roundRect">
            <a:avLst>
              <a:gd name="adj" fmla="val 2581"/>
            </a:avLst>
          </a:prstGeom>
          <a:solidFill>
            <a:srgbClr val="1E2128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골라유 챗봇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60920" y="2286000"/>
            <a:ext cx="3291840" cy="685800"/>
          </a:xfrm>
          <a:prstGeom prst="roundRect">
            <a:avLst>
              <a:gd name="adj" fmla="val 20000"/>
            </a:avLst>
          </a:prstGeom>
          <a:solidFill>
            <a:srgbClr val="24272F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2286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대전에서 비 오는 날 둘이 가기 좋은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국밥집 추천해줘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01000" y="3154680"/>
            <a:ext cx="3337560" cy="1417320"/>
          </a:xfrm>
          <a:prstGeom prst="roundRect">
            <a:avLst>
              <a:gd name="adj" fmla="val 9677"/>
            </a:avLst>
          </a:prstGeom>
          <a:solidFill>
            <a:srgbClr val="402A24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315468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따뜻한 국물 좋아하실 것 같아 '동구 소문난 국밥집' 추천드려요. 신뢰도 94점, 도보 2인 방문 후기가 많아요 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0920" y="4892040"/>
            <a:ext cx="3931920" cy="548640"/>
          </a:xfrm>
          <a:prstGeom prst="roundRect">
            <a:avLst>
              <a:gd name="adj" fmla="val 50000"/>
            </a:avLst>
          </a:prstGeom>
          <a:solidFill>
            <a:srgbClr val="24272F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4892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입력...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03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시각화 &amp; 익명 후기 게시판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E212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시각화 (Kakao Maps)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24272F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2834640"/>
            <a:ext cx="256032" cy="256032"/>
          </a:xfrm>
          <a:prstGeom prst="ellipse">
            <a:avLst/>
          </a:prstGeom>
          <a:solidFill>
            <a:srgbClr val="FF7A59"/>
          </a:solidFill>
          <a:ln w="19050">
            <a:solidFill>
              <a:srgbClr val="1416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651760"/>
            <a:ext cx="256032" cy="256032"/>
          </a:xfrm>
          <a:prstGeom prst="ellipse">
            <a:avLst/>
          </a:prstGeom>
          <a:solidFill>
            <a:srgbClr val="FF7A59"/>
          </a:solidFill>
          <a:ln w="19050">
            <a:solidFill>
              <a:srgbClr val="1416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3291840"/>
            <a:ext cx="256032" cy="256032"/>
          </a:xfrm>
          <a:prstGeom prst="ellipse">
            <a:avLst/>
          </a:prstGeom>
          <a:solidFill>
            <a:srgbClr val="FF7A59"/>
          </a:solidFill>
          <a:ln w="19050">
            <a:solidFill>
              <a:srgbClr val="1416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931920"/>
            <a:ext cx="256032" cy="256032"/>
          </a:xfrm>
          <a:prstGeom prst="ellipse">
            <a:avLst/>
          </a:prstGeom>
          <a:solidFill>
            <a:srgbClr val="FF7A59"/>
          </a:solidFill>
          <a:ln w="19050">
            <a:solidFill>
              <a:srgbClr val="1416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4480560"/>
            <a:ext cx="256032" cy="256032"/>
          </a:xfrm>
          <a:prstGeom prst="ellipse">
            <a:avLst/>
          </a:prstGeom>
          <a:solidFill>
            <a:srgbClr val="FF7A59"/>
          </a:solidFill>
          <a:ln w="19050">
            <a:solidFill>
              <a:srgbClr val="1416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4846320"/>
            <a:ext cx="256032" cy="256032"/>
          </a:xfrm>
          <a:prstGeom prst="ellipse">
            <a:avLst/>
          </a:prstGeom>
          <a:solidFill>
            <a:srgbClr val="FF7A59"/>
          </a:solidFill>
          <a:ln w="19050">
            <a:solidFill>
              <a:srgbClr val="1416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49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· 거리 기반 필터링 지원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E212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익명 후기 게시판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233172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24272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3317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집 진짜 현지인만 아는 맛집이에요"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310896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24272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1089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"주차는 힘든데 맛은 확실합니다"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388620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24272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886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"가성비 최고, 점심 추천"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48006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없이 닉네임 + 비밀번호만으로 작성 · CRUD 지원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 &amp; 기술 스택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E21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Vue.js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35808" y="2560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E2128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365760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VSCode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16168" y="2560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연동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402A24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Kakao Maps API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· 위치 · Geocoding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438912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402A24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API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03520" y="5074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분석 · 챗봇 추천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18320" y="438912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1E2128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· 버전관리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LICENSE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출처 및 라이선스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502920"/>
          </a:xfrm>
          <a:prstGeom prst="rect">
            <a:avLst/>
          </a:prstGeom>
          <a:solidFill>
            <a:srgbClr val="24272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0" y="1920240"/>
            <a:ext cx="4206240" cy="502920"/>
          </a:xfrm>
          <a:prstGeom prst="rect">
            <a:avLst/>
          </a:prstGeom>
          <a:solidFill>
            <a:srgbClr val="24272F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920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항목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03920" y="1920240"/>
            <a:ext cx="3108960" cy="502920"/>
          </a:xfrm>
          <a:prstGeom prst="rect">
            <a:avLst/>
          </a:prstGeom>
          <a:solidFill>
            <a:srgbClr val="24272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0" y="1920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383280" cy="868680"/>
          </a:xfrm>
          <a:prstGeom prst="rect">
            <a:avLst/>
          </a:prstGeom>
          <a:solidFill>
            <a:srgbClr val="1E2128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대전광역시 공공데이터포털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2423160"/>
            <a:ext cx="4206240" cy="868680"/>
          </a:xfrm>
          <a:prstGeom prst="rect">
            <a:avLst/>
          </a:prstGeom>
          <a:solidFill>
            <a:srgbClr val="1E2128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4231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음식점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(상호/주소/좌표)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423160"/>
            <a:ext cx="3108960" cy="868680"/>
          </a:xfrm>
          <a:prstGeom prst="rect">
            <a:avLst/>
          </a:prstGeom>
          <a:solidFill>
            <a:srgbClr val="1E2128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42316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공공누리 제1유형 (출처표시)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383280" cy="868680"/>
          </a:xfrm>
          <a:prstGeom prst="rect">
            <a:avLst/>
          </a:prstGeom>
          <a:solidFill>
            <a:srgbClr val="14161A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Kakao Developers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291840"/>
            <a:ext cx="4206240" cy="868680"/>
          </a:xfrm>
          <a:prstGeom prst="rect">
            <a:avLst/>
          </a:prstGeom>
          <a:solidFill>
            <a:srgbClr val="14161A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29184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타일, 좌표-주소 변환, 장소 검색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3291840"/>
            <a:ext cx="3108960" cy="868680"/>
          </a:xfrm>
          <a:prstGeom prst="rect">
            <a:avLst/>
          </a:prstGeom>
          <a:solidFill>
            <a:srgbClr val="14161A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2918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오픈API 이용약관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383280" cy="868680"/>
          </a:xfrm>
          <a:prstGeom prst="rect">
            <a:avLst/>
          </a:prstGeom>
          <a:solidFill>
            <a:srgbClr val="1E2128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605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0" y="4160520"/>
            <a:ext cx="4206240" cy="868680"/>
          </a:xfrm>
          <a:prstGeom prst="rect">
            <a:avLst/>
          </a:prstGeom>
          <a:solidFill>
            <a:srgbClr val="1E2128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41605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분석 결과, 챗봇 응답 생성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160520"/>
            <a:ext cx="3108960" cy="868680"/>
          </a:xfrm>
          <a:prstGeom prst="rect">
            <a:avLst/>
          </a:prstGeom>
          <a:solidFill>
            <a:srgbClr val="1E2128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416052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이용약관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3383280" cy="868680"/>
          </a:xfrm>
          <a:prstGeom prst="rect">
            <a:avLst/>
          </a:prstGeom>
          <a:solidFill>
            <a:srgbClr val="14161A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292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수집(사용자 콘텐츠)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0" y="5029200"/>
            <a:ext cx="4206240" cy="868680"/>
          </a:xfrm>
          <a:prstGeom prst="rect">
            <a:avLst/>
          </a:prstGeom>
          <a:solidFill>
            <a:srgbClr val="14161A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502920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리뷰, 평점, 게시글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5029200"/>
            <a:ext cx="3108960" cy="868680"/>
          </a:xfrm>
          <a:prstGeom prst="rect">
            <a:avLst/>
          </a:prstGeom>
          <a:solidFill>
            <a:srgbClr val="14161A"/>
          </a:solidFill>
          <a:ln w="6350">
            <a:solidFill>
              <a:srgbClr val="2E32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502920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자체 이용약관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3인 3일 스프린트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E212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402A2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3429000" cy="320040"/>
          </a:xfrm>
          <a:prstGeom prst="rect">
            <a:avLst/>
          </a:prstGeom>
          <a:solidFill>
            <a:srgbClr val="402A2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7568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 &amp; 설계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" y="311810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정의 / DB·화면 설계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77647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6758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구축, API 키 발급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4434840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342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수집·정제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95928" y="3520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97680" y="196596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E2128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9659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402A24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2423160"/>
            <a:ext cx="3429000" cy="320040"/>
          </a:xfrm>
          <a:prstGeom prst="rect">
            <a:avLst/>
          </a:prstGeom>
          <a:solidFill>
            <a:srgbClr val="402A2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07568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 개발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90288" y="311810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· 리뷰/게시판 CRUD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0288" y="377647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6758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리뷰 분석 로직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90288" y="4434840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3342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 연동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44968" y="3520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46720" y="196596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E2128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19659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402A24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2423160"/>
            <a:ext cx="3429000" cy="320040"/>
          </a:xfrm>
          <a:prstGeom prst="rect">
            <a:avLst/>
          </a:prstGeom>
          <a:solidFill>
            <a:srgbClr val="402A24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207568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&amp; 발표 준비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339328" y="311810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4" name="Text 32"/>
          <p:cNvSpPr/>
          <p:nvPr/>
        </p:nvSpPr>
        <p:spPr>
          <a:xfrm>
            <a:off x="8549640" y="3017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테스트 · 버그 수정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39328" y="377647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6" name="Text 34"/>
          <p:cNvSpPr/>
          <p:nvPr/>
        </p:nvSpPr>
        <p:spPr>
          <a:xfrm>
            <a:off x="8549640" y="36758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39328" y="4434840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433425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제작 · 리허설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383280"/>
            <a:ext cx="5486400" cy="5486400"/>
          </a:xfrm>
          <a:prstGeom prst="ellipse">
            <a:avLst/>
          </a:prstGeom>
          <a:solidFill>
            <a:srgbClr val="1E21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이제, 화면으로 직접 보여드릴게요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4272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4160520"/>
            <a:ext cx="457200" cy="4572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709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지도에서 맛집 탐색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39319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4272F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4160520"/>
            <a:ext cx="457200" cy="4572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4709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신뢰도 점수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427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4160520"/>
            <a:ext cx="457200" cy="4572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709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챗봇과 대화형 추천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78240" y="39319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24272F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6840" y="4160520"/>
            <a:ext cx="457200" cy="4572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4709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후기 게시판 작성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앞으로의 계획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1E212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50008"/>
            <a:ext cx="457200" cy="4572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 지역(세종 · 청주 등) 맛집 데이터 확장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1E212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264408"/>
            <a:ext cx="457200" cy="4572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089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신고 기능과 결합한 신뢰도 점수 고도화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1E212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rgbClr val="402A2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0233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리뷰·방문 이력 기반 개인화 추천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760</Words>
  <Application>Microsoft Office PowerPoint</Application>
  <PresentationFormat>와이드스크린</PresentationFormat>
  <Paragraphs>212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SSAFY</cp:lastModifiedBy>
  <cp:revision>5</cp:revision>
  <dcterms:created xsi:type="dcterms:W3CDTF">2026-07-16T02:10:08Z</dcterms:created>
  <dcterms:modified xsi:type="dcterms:W3CDTF">2026-07-16T07:04:43Z</dcterms:modified>
</cp:coreProperties>
</file>